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36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Cars  ·  Agentforce Hackathon  ·  May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Salesforce Agentforce + Automotive Cloud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B24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12188952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ELECTRA CARS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 Agent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1% Web Form to a 60-Second WhatsApp Conversation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 ·  Automotive Cloud  ·  Digital Engagement (WhatsApp)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Hackathon  ·  5-Minute Pitch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</a:t>
            </a:r>
            <a:r>
              <a:rPr lang="en-US" sz="1400" dirty="0" err="1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smartAgentCrew</a:t>
            </a: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Cars website — high traffic, low conversion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 form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0712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0712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10712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before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8504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18504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18504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callback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26296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1B24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26296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226296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mid-form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avg.)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11155680" cy="457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High Friction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field form before submission — most customers abandon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3959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Manual Bottlenecks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4343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chases customers for missing model/location/time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029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5102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 Conversion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 in 100 visitors actually books a test drive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5029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09360" y="5102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No Self-Service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5486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reschedule requires another phone call to dealer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Electra AI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form with a 60-second AI-led conversation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0" cy="5120640"/>
          </a:xfrm>
          <a:prstGeom prst="roundRect">
            <a:avLst>
              <a:gd name="adj" fmla="val 1818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Test-Drive Concierge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46634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Powered by Einstein LLM — natural multi-turn chat💬 Native WhatsApp + Website Embedded Chat📍 Auto-routing to nearest dealer by ZIP🔐 OTP verification for every booking change🎯 AI Vehicle Matchmaker — 3-question quiz📲 Real-time WhatsApp confirmations🔁 End-to-end self-service: book / cancel / reschedule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097280"/>
            <a:ext cx="5943600" cy="5120640"/>
          </a:xfrm>
          <a:prstGeom prst="roundRect">
            <a:avLst>
              <a:gd name="adj" fmla="val 1786"/>
            </a:avLst>
          </a:prstGeom>
          <a:solidFill>
            <a:srgbClr val="F4F7FB"/>
          </a:solidFill>
          <a:ln w="12700">
            <a:solidFill>
              <a:srgbClr val="5B67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Live Conversation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572768"/>
            <a:ext cx="5577840" cy="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0664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I'd like to test drive an Electra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313432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359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Welcome! Let me find your perfect Electra…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35224"/>
            <a:ext cx="4206240" cy="877824"/>
          </a:xfrm>
          <a:prstGeom prst="roundRect">
            <a:avLst>
              <a:gd name="adj" fmla="val 5208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0" y="2980944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(320 mi range, 5 seats)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(sport, 4 seats)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(400 mi, 7 seats)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88620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0664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X1 please, Saturday 10 AM, 94105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4507992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2648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OTP to verify your number…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5129784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0" y="51755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847291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5751576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0" y="579729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Booking TD-00423 confirmed 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 Electra Motors. WhatsApp sent.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on Salesforce — minimal external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(Twilio + Meta)        🌐 Website Embedded Chat        📱 Future: SMS / Apple Business Chat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 —  Electra Test Drive Assistant  (Einstein LLM)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Test Drive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38728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54496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24544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70264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 Quiz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905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587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ACTIONS  —  10 Autolaunched Flows + 1 Apex Class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GetVehicleModels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7180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FindDealerByZip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636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CreateBooking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6092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SendWhatsApp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55548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GenerateOTP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ValidateOTP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LookupTestDrive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16636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CancelTestDrive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6092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RescheduleDrive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0976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55548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RecommendVehicle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B24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31520" y="5550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CLOUD DATA LAYER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870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 ·  Lead (+OTP fields)  ·  TestDrive__c  ·  Account (Dealer RT)  ·  Task (dealer notification)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—  Concrete Deliverables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deployed, tested, and active in the org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Test Drive Assistant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9272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9272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9272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Configured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Cancel / Reschedule / Matchmaker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81344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 Flows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Autolaunched &amp; Active in org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43416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43416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43416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43416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Class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3416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OTPGenerator (Crypto.getRandomInteger)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Account, TestDrive, VehicleDefinition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19272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319272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319272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9272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TestDrive__c (booking record)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81344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📨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81344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81344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81344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Confirm / Cancel / Reschedule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43416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043416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043416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043416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43416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Electra_Agent_Fields (FLS for runtime user)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206240"/>
            <a:ext cx="11247120" cy="2240280"/>
          </a:xfrm>
          <a:prstGeom prst="roundRect">
            <a:avLst>
              <a:gd name="adj" fmla="val 408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Build Story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" y="4736592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0080" y="4736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463040" y="4736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21 custom fields, TestDrive__c object, VehicleDefinition seed data, Dealer record type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5065776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" y="50657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63040" y="506577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OTPGenerator Apex (cryptographically secure) + 4 WhatsApp templates submitted to Meta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5394960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0080" y="5394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463040" y="5394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Autolaunched Flows built and activated  —  GetVehicleModels through RecommendVehicle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5724144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0080" y="57241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463040" y="572414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Agent + 4 Topics  —  Einstein LLM wired to all 10 actions; OTP gating enforced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" y="6053328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40080" y="6053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463040" y="60533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test: Book → OTP → Confirm → Cancel → Reschedule  —  all under 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Use of Salesforce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zero new tools — every capability already on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🏎️ Automotive Cloud (used as-is)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— vehicle catalog (no rebuild)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extended with 6 OTP + WhatsApp fields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Dealer record type — ZIP routing 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objects → 0 rebuild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532120" cy="457200"/>
          </a:xfrm>
          <a:prstGeom prst="rect">
            <a:avLst/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126187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Agentforce + Einstein 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73736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with 4 Topics (Book/Cancel/Reschedule/Match)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Flow-backed actions, 1 Apex 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LLM reasoning — no prompt engineering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scope expressions auto-route conversations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5321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95935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Flows + Apex (low-code first)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actions delivered as Autolaunched Flows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Apex class (OTPGenerator) — security-critical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LWC, zero triggers — easy hand-off to admins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Subflows for shared logic (SendWhatsAppMessage)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88620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532120" cy="4572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95935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Digital Engagement (WhatsApp)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WhatsApp Channel via Twilio + Meta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pre-approved Meta templates (Auth + Utility)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Sessions = automatic audit trail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Service Chat reused on website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Snapshot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the next 60 seconds of the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Greet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93976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39696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Choose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76472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Pick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67528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13248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ZIP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04304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50024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OTP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21624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0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0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77856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323576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WhatsApp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3703320" cy="54864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Lead Created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Alex Chen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+1 415-555-0192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ZIP 94105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WhatsApp_Opt_In = TRUE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OTP_Verified = TRUE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61688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361688" y="2194560"/>
            <a:ext cx="3703320" cy="54864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498848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🚙 TestDrive Booked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44568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TD-00423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44568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Electra X1 2025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44568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Apr 26, 10:00 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44568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Status: Scheduled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44568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Bay Area Electra Motors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66176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66176" y="2194560"/>
            <a:ext cx="3703320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03336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Dealer Notified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9056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Task auto-created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449056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Subject: New Test Drive Booked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49056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Priority: High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49056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WhatId: Dealer Account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449056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ActivityDate: booking date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·  Impact  ·  Differentiation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beats the legacy form — and every other hackathon entry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0" cy="5212080"/>
          </a:xfrm>
          <a:prstGeom prst="roundRect">
            <a:avLst>
              <a:gd name="adj" fmla="val 1754"/>
            </a:avLst>
          </a:prstGeom>
          <a:solidFill>
            <a:srgbClr val="F4F7FB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Customer &amp; Business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booking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5-minute web form  →  expect 10× conversion lift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self-service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70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&amp; reschedule with no human handoff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verified at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eliminates fake leads → cleaner CRM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lookup auto-assigns the right showroom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quiz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5902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 recommends the right vehicle (FOMO + ownership psychology)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awareness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Auto-Task created → no missed bookings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623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870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Sessions log every WhatsApp message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3640" y="12801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Projected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6364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 (1% → 10%)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04672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Time-to-book (5 min → 60 sec)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2980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82980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workload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56235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63640" y="3886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Makes Us Different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4297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Vehicle Matchmaker — turns indecision into ownership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8172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OTP across all 3 journeys — security-grade self-service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506577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ZIP-based auto-routing — zero dealer-assignment overhead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544982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Topic scope guards — prevents AI from going off-track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583387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100% Salesforce-native — no external orchestration tools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We Made During the Hackathon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production-grade engineering — not just a happy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below was discovered, root-caused, and fixed during build: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709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UNKNOWN_EXCEPTION calling GetVehicleModels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Security blocked agent runtime 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69164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76672" y="170992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76672" y="203911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Electra_Agent_Fields permission set, assigned to all EinsteinServiceAgent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" y="24871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Flow returned null vehicle 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816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records had blank custom fields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76672" y="24871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76672" y="281635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updated 3 records with full Use_Case, Seating, Feature, Description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" y="32644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Agent kept caching old flow version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593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caches at activation, not runtime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120640" y="324612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76672" y="32644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359359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'Deactivate → Reactivate after every Flow redeploy' to runbook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" y="40416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Picklist field crashed Flow formula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370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Picklists not allowed in raw formula expressions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120640" y="402336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76672" y="404164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437083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Use_Case__c &amp; Primary_Feature__c in TEXT() formula elements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3232" y="4818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SObject collection unreadable by LLM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" y="51480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Managed-package SObject lists serialise poorly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120640" y="480060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76672" y="481888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76672" y="514807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to output a formatted Text summary (vehicleSummary)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57784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3232" y="5596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'Answer with Knowledge' hijacked queries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" y="5925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Service Agent action shadowed flow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120640" y="557784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376672" y="559612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76672" y="592531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Knowledge action from all 4 topics; tightened topic scope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 —  With More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90-day roadmap that doubles down on conversion +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703320" cy="54864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 Days  ·  Quick Wins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 Catalog — embed vehicle cards with 1-tap booking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Social Proof injection — '47 X1 bookings this month near you'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Conversation Recovery — auto-WhatsApp nudge in 30 min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 Share — replace ZIP typing with WhatsApp GPS pin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Booking Pass — branded Experience Cloud page + QR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61688" y="1188720"/>
            <a:ext cx="3703320" cy="54864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98848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Days  · 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+ Personalization API — return-visitor recognition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Incentive Engine — Einstein Next Best Action for offers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— Spanish, French, Mandarin via LLM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channel via Service Cloud Voice — same agent, phone calls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scheduling — Einstein recommends best slot per dealer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6176" y="1188720"/>
            <a:ext cx="3703320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03336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Days  ·  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9056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Reverse-geocoding via Named Credential (Google Maps API)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Business Chat + iMessage — premium channel coverage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 feedback survey loop — close the lead-to-CSAT cycle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connector — sync bookings with DMS / Dealer CRM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Analytics dashboard — conversion funnel + LLM cost tracking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1% form to a 60-second AI conversation 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Salesforce-native, ready to ship.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4167"/>
            </a:avLst>
          </a:prstGeom>
          <a:solidFill>
            <a:srgbClr val="1B2431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Pilot with 2 dealer regions for 60 days  —  measure conversion lift live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636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Production WhatsApp + Meta Business Verification approval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0200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Salesforce Architect review of our Data Cloud + Personalization next phase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5404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Co-publish a customer success story with the Salesforce Industries team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1516</Words>
  <Application>Microsoft Office PowerPoint</Application>
  <PresentationFormat>Widescreen</PresentationFormat>
  <Paragraphs>283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Electra Cars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Electra Cars — Agentforce Hackathon</dc:title>
  <dc:subject>AI-Powered Test Drive Booking on Salesforce Agentforce + Automotive Cloud</dc:subject>
  <dc:creator>Electra Cars Build Team</dc:creator>
  <cp:lastModifiedBy>vamsi reddy</cp:lastModifiedBy>
  <cp:revision>2</cp:revision>
  <dcterms:created xsi:type="dcterms:W3CDTF">2026-05-01T16:26:14Z</dcterms:created>
  <dcterms:modified xsi:type="dcterms:W3CDTF">2026-05-01T16:29:24Z</dcterms:modified>
</cp:coreProperties>
</file>